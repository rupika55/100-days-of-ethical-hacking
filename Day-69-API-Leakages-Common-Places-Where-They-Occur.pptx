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Crimson Pro Semi Bold" pitchFamily="34" charset="0"/>
      <p:regular r:id="rId12"/>
    </p:embeddedFont>
    <p:embeddedFont>
      <p:font typeface="Crimson Pro Semi Bold" pitchFamily="34" charset="-122"/>
      <p:regular r:id="rId13"/>
    </p:embeddedFont>
    <p:embeddedFont>
      <p:font typeface="Crimson Pro Semi Bold" pitchFamily="34" charset="-120"/>
      <p:regular r:id="rId14"/>
    </p:embeddedFont>
    <p:embeddedFont>
      <p:font typeface="Heebo" pitchFamily="34" charset="0"/>
      <p:regular r:id="rId15"/>
    </p:embeddedFont>
    <p:embeddedFont>
      <p:font typeface="Heebo" pitchFamily="34" charset="-122"/>
      <p:regular r:id="rId16"/>
    </p:embeddedFont>
    <p:embeddedFont>
      <p:font typeface="Heebo" pitchFamily="34" charset="-120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18.svg"/><Relationship Id="rId14" Type="http://schemas.openxmlformats.org/officeDocument/2006/relationships/image" Target="../media/image17.png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Leakages: Common Places Where They Occur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leakages usually happen when developers accidentally expose API keys, tokens, or endpoints. Here are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common places where API leakages occur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explained simply: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881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Source Code &amp; Frontend Exposure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86539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78653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</p:spPr>
      </p:sp>
      <p:sp>
        <p:nvSpPr>
          <p:cNvPr id="6" name="Text 3"/>
          <p:cNvSpPr/>
          <p:nvPr/>
        </p:nvSpPr>
        <p:spPr>
          <a:xfrm>
            <a:off x="6628924" y="3043833"/>
            <a:ext cx="528828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1) Source Code (GitHub / Public Repositories)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534251"/>
            <a:ext cx="695039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Developers sometimes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hardcode API keys inside the source code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upload it to public repositories like GitHub. Attackers can search these repositories and easily find exposed API keys.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107067"/>
            <a:ext cx="7556421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5107067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</p:spPr>
      </p:sp>
      <p:sp>
        <p:nvSpPr>
          <p:cNvPr id="10" name="Text 7"/>
          <p:cNvSpPr/>
          <p:nvPr/>
        </p:nvSpPr>
        <p:spPr>
          <a:xfrm>
            <a:off x="6628924" y="5364361"/>
            <a:ext cx="447615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2) Frontend Code (JavaScript / HTML)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5854779"/>
            <a:ext cx="695039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Sometimes API keys are placed directly in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JavaScript files or HTML pages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Anyone can open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 developer tools → View Source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see the API key.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94886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Mobile Apps &amp; Configuration Files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116836" y="2752606"/>
            <a:ext cx="3828217" cy="4481989"/>
          </a:xfrm>
          <a:prstGeom prst="roundRect">
            <a:avLst>
              <a:gd name="adj" fmla="val 889"/>
            </a:avLst>
          </a:prstGeom>
          <a:solidFill>
            <a:srgbClr val="2150FE"/>
          </a:solidFill>
        </p:spPr>
      </p:sp>
      <p:sp>
        <p:nvSpPr>
          <p:cNvPr id="5" name="Text 2"/>
          <p:cNvSpPr/>
          <p:nvPr/>
        </p:nvSpPr>
        <p:spPr>
          <a:xfrm>
            <a:off x="6343650" y="297942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3) Mobile Applications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3650" y="3560564"/>
            <a:ext cx="3374588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keys may be stored inside </a:t>
            </a: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Android APK or iOS app files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Attackers can </a:t>
            </a: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reverse engineer the app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extract the keys.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97942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4) Configuration Files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3560564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Sensitive information may be stored in files like: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490442"/>
            <a:ext cx="3501509" cy="1247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.env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config.json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settings.py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941814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these files are exposed on the server, attackers can access API keys.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482"/>
            <a:ext cx="1035617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Logs, Error Messages &amp; Third-Party Services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9889"/>
            <a:ext cx="6407944" cy="3552230"/>
          </a:xfrm>
          <a:prstGeom prst="roundRect">
            <a:avLst>
              <a:gd name="adj" fmla="val 958"/>
            </a:avLst>
          </a:prstGeom>
          <a:solidFill>
            <a:srgbClr val="F2EEEE"/>
          </a:solidFill>
        </p:spPr>
      </p:sp>
      <p:sp>
        <p:nvSpPr>
          <p:cNvPr id="4" name="Text 2"/>
          <p:cNvSpPr/>
          <p:nvPr/>
        </p:nvSpPr>
        <p:spPr>
          <a:xfrm>
            <a:off x="1020604" y="3146703"/>
            <a:ext cx="318432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5) Logs and Error Messages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37121"/>
            <a:ext cx="59543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Sometimes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tokens or request details are printed in logs or error messages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If logs are exposed, attackers can retrieve sensitive information.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9889"/>
            <a:ext cx="6408063" cy="3552230"/>
          </a:xfrm>
          <a:prstGeom prst="roundRect">
            <a:avLst>
              <a:gd name="adj" fmla="val 958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7655362" y="31467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6) Third-Party Services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37121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keys may leak through: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55362" y="4136112"/>
            <a:ext cx="5954435" cy="1247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CI/CD pipelines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Monitoring tools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integrations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55362" y="5519499"/>
            <a:ext cx="59544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these services are misconfigured, the keys can become public.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6776"/>
            <a:ext cx="8576072" cy="602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Documentation &amp; Postman Collections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06893"/>
            <a:ext cx="13042821" cy="1205984"/>
          </a:xfrm>
          <a:prstGeom prst="roundRect">
            <a:avLst>
              <a:gd name="adj" fmla="val 2398"/>
            </a:avLst>
          </a:prstGeom>
          <a:solidFill>
            <a:srgbClr val="B3C3FF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552" y="2036564"/>
            <a:ext cx="301228" cy="240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0542" y="2018824"/>
            <a:ext cx="4573667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7) API Documentation or Postman Collections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480542" y="2483882"/>
            <a:ext cx="12163306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Developers sometimes share </a:t>
            </a: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Postman collections or API documentation</a:t>
            </a: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contain real API keys or tokens.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221236"/>
            <a:ext cx="192762" cy="19276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3790" y="3501866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9" name="Text 5"/>
          <p:cNvSpPr/>
          <p:nvPr/>
        </p:nvSpPr>
        <p:spPr>
          <a:xfrm>
            <a:off x="793790" y="3643908"/>
            <a:ext cx="2685097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Source Code / Public Repos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93790" y="4043363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Hardcoded keys uploaded to GitHub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6007" y="3221236"/>
            <a:ext cx="192762" cy="19276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96007" y="3501866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3" name="Text 8"/>
          <p:cNvSpPr/>
          <p:nvPr/>
        </p:nvSpPr>
        <p:spPr>
          <a:xfrm>
            <a:off x="5196007" y="3643908"/>
            <a:ext cx="2409944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 Code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5196007" y="4043363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Keys visible via browser developer tools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98223" y="3221236"/>
            <a:ext cx="192762" cy="19276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598223" y="3501866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17" name="Text 11"/>
          <p:cNvSpPr/>
          <p:nvPr/>
        </p:nvSpPr>
        <p:spPr>
          <a:xfrm>
            <a:off x="9598223" y="3643908"/>
            <a:ext cx="2409944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Mobile Applications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598223" y="4043363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Keys extracted via reverse engineering</a:t>
            </a:r>
            <a:endParaRPr lang="en-US" sz="15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4661059"/>
            <a:ext cx="192762" cy="19276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93790" y="4941689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1" name="Text 14"/>
          <p:cNvSpPr/>
          <p:nvPr/>
        </p:nvSpPr>
        <p:spPr>
          <a:xfrm>
            <a:off x="793790" y="5083731"/>
            <a:ext cx="2409944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Configuration Files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793790" y="5483185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.env, config.json, settings.py exposed on server</a:t>
            </a:r>
            <a:endParaRPr lang="en-US" sz="15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96007" y="4661059"/>
            <a:ext cx="192762" cy="19276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196007" y="4941689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5" name="Text 17"/>
          <p:cNvSpPr/>
          <p:nvPr/>
        </p:nvSpPr>
        <p:spPr>
          <a:xfrm>
            <a:off x="5196007" y="5083731"/>
            <a:ext cx="2409944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Logs &amp; Error Messages</a:t>
            </a:r>
            <a:endParaRPr lang="en-US" sz="1850" dirty="0"/>
          </a:p>
        </p:txBody>
      </p:sp>
      <p:sp>
        <p:nvSpPr>
          <p:cNvPr id="26" name="Text 18"/>
          <p:cNvSpPr/>
          <p:nvPr/>
        </p:nvSpPr>
        <p:spPr>
          <a:xfrm>
            <a:off x="5196007" y="5483185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Tokens printed in exposed logs</a:t>
            </a:r>
            <a:endParaRPr lang="en-US" sz="15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98223" y="4661059"/>
            <a:ext cx="192762" cy="19276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9598223" y="4941689"/>
            <a:ext cx="4238387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29" name="Text 20"/>
          <p:cNvSpPr/>
          <p:nvPr/>
        </p:nvSpPr>
        <p:spPr>
          <a:xfrm>
            <a:off x="9598223" y="5083731"/>
            <a:ext cx="2409944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Services</a:t>
            </a:r>
            <a:endParaRPr lang="en-US" sz="1850" dirty="0"/>
          </a:p>
        </p:txBody>
      </p:sp>
      <p:sp>
        <p:nvSpPr>
          <p:cNvPr id="30" name="Text 21"/>
          <p:cNvSpPr/>
          <p:nvPr/>
        </p:nvSpPr>
        <p:spPr>
          <a:xfrm>
            <a:off x="9598223" y="5483185"/>
            <a:ext cx="4238387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Misconfigured CI/CD, monitoring, integrations</a:t>
            </a:r>
            <a:endParaRPr lang="en-US" sz="15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3790" y="6100882"/>
            <a:ext cx="192762" cy="19276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93790" y="6381512"/>
            <a:ext cx="13042821" cy="22860"/>
          </a:xfrm>
          <a:prstGeom prst="rect">
            <a:avLst/>
          </a:prstGeom>
          <a:solidFill>
            <a:srgbClr val="2150FE"/>
          </a:solidFill>
        </p:spPr>
      </p:sp>
      <p:sp>
        <p:nvSpPr>
          <p:cNvPr id="33" name="Text 23"/>
          <p:cNvSpPr/>
          <p:nvPr/>
        </p:nvSpPr>
        <p:spPr>
          <a:xfrm>
            <a:off x="793790" y="6523553"/>
            <a:ext cx="3112413" cy="301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API Docs / Postman Collections</a:t>
            </a:r>
            <a:endParaRPr lang="en-US" sz="1850" dirty="0"/>
          </a:p>
        </p:txBody>
      </p:sp>
      <p:sp>
        <p:nvSpPr>
          <p:cNvPr id="34" name="Text 24"/>
          <p:cNvSpPr/>
          <p:nvPr/>
        </p:nvSpPr>
        <p:spPr>
          <a:xfrm>
            <a:off x="793790" y="6923008"/>
            <a:ext cx="13042821" cy="285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 keys shared in documentation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WPS Presentation</Application>
  <PresentationFormat>On-screen Show (16:9)</PresentationFormat>
  <Paragraphs>80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Crimson Pro Semi Bold</vt:lpstr>
      <vt:lpstr>Crimson Pro Semi Bold</vt:lpstr>
      <vt:lpstr>Crimson Pro Semi Bold</vt:lpstr>
      <vt:lpstr>Heebo</vt:lpstr>
      <vt:lpstr>Heebo</vt:lpstr>
      <vt:lpstr>Heebo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Rupika Chodagum</cp:lastModifiedBy>
  <cp:revision>2</cp:revision>
  <dcterms:created xsi:type="dcterms:W3CDTF">2026-03-06T11:04:00Z</dcterms:created>
  <dcterms:modified xsi:type="dcterms:W3CDTF">2026-03-06T11:06:13Z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06F4CA845F6E41368775B6E11BBB1D89_12</vt:lpwstr>
  </property>
  <property fmtid="{D5CDD505-2E9C-101B-9397-08002B2CF9AE}" pid="3" name="KSOProductBuildVer">
    <vt:lpwstr>1033-12.2.0.23196</vt:lpwstr>
  </property>
</Properties>
</file>